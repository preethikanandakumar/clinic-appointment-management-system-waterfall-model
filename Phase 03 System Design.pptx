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522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E50E-3FFB-47DC-9086-4D6AB012D5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E89-9DF5-4221-918C-159CCA02E4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E50E-3FFB-47DC-9086-4D6AB012D5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E89-9DF5-4221-918C-159CCA02E4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E50E-3FFB-47DC-9086-4D6AB012D5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E89-9DF5-4221-918C-159CCA02E4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E50E-3FFB-47DC-9086-4D6AB012D54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E89-9DF5-4221-918C-159CCA02E4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E50E-3FFB-47DC-9086-4D6AB012D54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E89-9DF5-4221-918C-159CCA02E4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E50E-3FFB-47DC-9086-4D6AB012D54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E89-9DF5-4221-918C-159CCA02E4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E50E-3FFB-47DC-9086-4D6AB012D54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E89-9DF5-4221-918C-159CCA02E4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E50E-3FFB-47DC-9086-4D6AB012D54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E89-9DF5-4221-918C-159CCA02E4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E50E-3FFB-47DC-9086-4D6AB012D54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E89-9DF5-4221-918C-159CCA02E4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E50E-3FFB-47DC-9086-4D6AB012D5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E89-9DF5-4221-918C-159CCA02E4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E50E-3FFB-47DC-9086-4D6AB012D5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E89-9DF5-4221-918C-159CCA02E4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FE50E-3FFB-47DC-9086-4D6AB012D5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17E89-9DF5-4221-918C-159CCA02E46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Context diagram for online clinic Appointment system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Preethi(23FIS0606)| Sithum(23FIS0619)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10857" r="5028" b="10285"/>
          <a:stretch>
            <a:fillRect/>
          </a:stretch>
        </p:blipFill>
        <p:spPr>
          <a:xfrm>
            <a:off x="806450" y="573161"/>
            <a:ext cx="10306050" cy="59038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DFD diagram for online clinic Appointment system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Preethi(23FIS0606)| Sithum(23FIS0619)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6" t="14074" r="8641"/>
          <a:stretch>
            <a:fillRect/>
          </a:stretch>
        </p:blipFill>
        <p:spPr>
          <a:xfrm>
            <a:off x="1407728" y="457200"/>
            <a:ext cx="9546021" cy="6400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 diagram for online clinic Appointment system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Preethi(23FIS0606)| Sithum(23FIS0619)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WPS Presentation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SimSun</vt:lpstr>
      <vt:lpstr>Wingdings</vt:lpstr>
      <vt:lpstr>Tahoma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Sithum Samaraweera</dc:creator>
  <cp:lastModifiedBy>User</cp:lastModifiedBy>
  <cp:revision>2</cp:revision>
  <dcterms:created xsi:type="dcterms:W3CDTF">2026-02-10T09:05:00Z</dcterms:created>
  <dcterms:modified xsi:type="dcterms:W3CDTF">2026-02-11T17:07:37Z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8BEC2C86858C4A42A641331B94CD1FC3_13</vt:lpwstr>
  </property>
  <property fmtid="{D5CDD505-2E9C-101B-9397-08002B2CF9AE}" pid="3" name="KSOProductBuildVer">
    <vt:lpwstr>1033-12.2.0.23196</vt:lpwstr>
  </property>
</Properties>
</file>